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15305F-EAB0-45B9-90E0-C3A13CA0FDA9}" v="74" dt="2026-03-06T12:02:46.6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muuuu u" userId="eb1af0b0f54ef12c" providerId="LiveId" clId="{7738D73D-DF23-4E98-B820-942D20A721DE}"/>
    <pc:docChg chg="undo custSel addSld delSld modSld">
      <pc:chgData name="Himuuuu u" userId="eb1af0b0f54ef12c" providerId="LiveId" clId="{7738D73D-DF23-4E98-B820-942D20A721DE}" dt="2026-03-06T12:08:22.597" v="1310" actId="931"/>
      <pc:docMkLst>
        <pc:docMk/>
      </pc:docMkLst>
      <pc:sldChg chg="addSp delSp modSp del mod">
        <pc:chgData name="Himuuuu u" userId="eb1af0b0f54ef12c" providerId="LiveId" clId="{7738D73D-DF23-4E98-B820-942D20A721DE}" dt="2026-03-06T11:14:46.124" v="9" actId="2696"/>
        <pc:sldMkLst>
          <pc:docMk/>
          <pc:sldMk cId="3404397892" sldId="257"/>
        </pc:sldMkLst>
        <pc:spChg chg="mod">
          <ac:chgData name="Himuuuu u" userId="eb1af0b0f54ef12c" providerId="LiveId" clId="{7738D73D-DF23-4E98-B820-942D20A721DE}" dt="2026-03-06T11:13:16.571" v="3" actId="20577"/>
          <ac:spMkLst>
            <pc:docMk/>
            <pc:sldMk cId="3404397892" sldId="257"/>
            <ac:spMk id="2" creationId="{8710DA3C-4F15-57DC-10C0-8ABBDC5E9D35}"/>
          </ac:spMkLst>
        </pc:spChg>
        <pc:spChg chg="del">
          <ac:chgData name="Himuuuu u" userId="eb1af0b0f54ef12c" providerId="LiveId" clId="{7738D73D-DF23-4E98-B820-942D20A721DE}" dt="2026-03-06T11:13:57.837" v="4"/>
          <ac:spMkLst>
            <pc:docMk/>
            <pc:sldMk cId="3404397892" sldId="257"/>
            <ac:spMk id="3" creationId="{F3624854-2879-12AA-5FB7-B548BB747504}"/>
          </ac:spMkLst>
        </pc:spChg>
        <pc:spChg chg="add mod">
          <ac:chgData name="Himuuuu u" userId="eb1af0b0f54ef12c" providerId="LiveId" clId="{7738D73D-DF23-4E98-B820-942D20A721DE}" dt="2026-03-06T11:14:40.785" v="8" actId="20577"/>
          <ac:spMkLst>
            <pc:docMk/>
            <pc:sldMk cId="3404397892" sldId="257"/>
            <ac:spMk id="4" creationId="{269D5ACD-CD96-E202-8161-A756A2F370E8}"/>
          </ac:spMkLst>
        </pc:spChg>
      </pc:sldChg>
      <pc:sldChg chg="addSp delSp modSp new mod">
        <pc:chgData name="Himuuuu u" userId="eb1af0b0f54ef12c" providerId="LiveId" clId="{7738D73D-DF23-4E98-B820-942D20A721DE}" dt="2026-03-06T11:56:31.171" v="1210" actId="2711"/>
        <pc:sldMkLst>
          <pc:docMk/>
          <pc:sldMk cId="4023213491" sldId="257"/>
        </pc:sldMkLst>
        <pc:spChg chg="mod">
          <ac:chgData name="Himuuuu u" userId="eb1af0b0f54ef12c" providerId="LiveId" clId="{7738D73D-DF23-4E98-B820-942D20A721DE}" dt="2026-03-06T11:15:02.356" v="28" actId="20577"/>
          <ac:spMkLst>
            <pc:docMk/>
            <pc:sldMk cId="4023213491" sldId="257"/>
            <ac:spMk id="2" creationId="{7143B9F7-0E14-A852-0159-F91555302193}"/>
          </ac:spMkLst>
        </pc:spChg>
        <pc:spChg chg="del mod">
          <ac:chgData name="Himuuuu u" userId="eb1af0b0f54ef12c" providerId="LiveId" clId="{7738D73D-DF23-4E98-B820-942D20A721DE}" dt="2026-03-06T11:15:34.051" v="32"/>
          <ac:spMkLst>
            <pc:docMk/>
            <pc:sldMk cId="4023213491" sldId="257"/>
            <ac:spMk id="3" creationId="{22328594-144F-4A50-29D8-72D23A8B0241}"/>
          </ac:spMkLst>
        </pc:spChg>
        <pc:spChg chg="add mod">
          <ac:chgData name="Himuuuu u" userId="eb1af0b0f54ef12c" providerId="LiveId" clId="{7738D73D-DF23-4E98-B820-942D20A721DE}" dt="2026-03-06T11:56:31.171" v="1210" actId="2711"/>
          <ac:spMkLst>
            <pc:docMk/>
            <pc:sldMk cId="4023213491" sldId="257"/>
            <ac:spMk id="4" creationId="{B4C61D76-1312-2563-59B9-57C2DF42AADA}"/>
          </ac:spMkLst>
        </pc:spChg>
      </pc:sldChg>
      <pc:sldChg chg="modSp new mod">
        <pc:chgData name="Himuuuu u" userId="eb1af0b0f54ef12c" providerId="LiveId" clId="{7738D73D-DF23-4E98-B820-942D20A721DE}" dt="2026-03-06T11:36:59.008" v="414" actId="20577"/>
        <pc:sldMkLst>
          <pc:docMk/>
          <pc:sldMk cId="605938817" sldId="258"/>
        </pc:sldMkLst>
        <pc:spChg chg="mod">
          <ac:chgData name="Himuuuu u" userId="eb1af0b0f54ef12c" providerId="LiveId" clId="{7738D73D-DF23-4E98-B820-942D20A721DE}" dt="2026-03-06T11:32:19.023" v="126" actId="20577"/>
          <ac:spMkLst>
            <pc:docMk/>
            <pc:sldMk cId="605938817" sldId="258"/>
            <ac:spMk id="2" creationId="{D9793D4C-0850-EB53-0436-53E1FE3383D4}"/>
          </ac:spMkLst>
        </pc:spChg>
        <pc:spChg chg="mod">
          <ac:chgData name="Himuuuu u" userId="eb1af0b0f54ef12c" providerId="LiveId" clId="{7738D73D-DF23-4E98-B820-942D20A721DE}" dt="2026-03-06T11:36:59.008" v="414" actId="20577"/>
          <ac:spMkLst>
            <pc:docMk/>
            <pc:sldMk cId="605938817" sldId="258"/>
            <ac:spMk id="3" creationId="{53DE515E-82FA-C447-6845-43D998637218}"/>
          </ac:spMkLst>
        </pc:spChg>
      </pc:sldChg>
      <pc:sldChg chg="addSp delSp modSp new del mod modClrScheme chgLayout">
        <pc:chgData name="Himuuuu u" userId="eb1af0b0f54ef12c" providerId="LiveId" clId="{7738D73D-DF23-4E98-B820-942D20A721DE}" dt="2026-03-06T11:23:19.525" v="106" actId="2696"/>
        <pc:sldMkLst>
          <pc:docMk/>
          <pc:sldMk cId="2010076213" sldId="258"/>
        </pc:sldMkLst>
        <pc:spChg chg="mod ord">
          <ac:chgData name="Himuuuu u" userId="eb1af0b0f54ef12c" providerId="LiveId" clId="{7738D73D-DF23-4E98-B820-942D20A721DE}" dt="2026-03-06T11:23:10.324" v="105" actId="700"/>
          <ac:spMkLst>
            <pc:docMk/>
            <pc:sldMk cId="2010076213" sldId="258"/>
            <ac:spMk id="2" creationId="{F3E4DD98-F768-8704-2B65-028C3D46497F}"/>
          </ac:spMkLst>
        </pc:spChg>
        <pc:spChg chg="del mod">
          <ac:chgData name="Himuuuu u" userId="eb1af0b0f54ef12c" providerId="LiveId" clId="{7738D73D-DF23-4E98-B820-942D20A721DE}" dt="2026-03-06T11:21:22.426" v="93"/>
          <ac:spMkLst>
            <pc:docMk/>
            <pc:sldMk cId="2010076213" sldId="258"/>
            <ac:spMk id="3" creationId="{F5C2955B-7E86-848C-3464-98EC82BF567D}"/>
          </ac:spMkLst>
        </pc:spChg>
        <pc:spChg chg="add mod ord">
          <ac:chgData name="Himuuuu u" userId="eb1af0b0f54ef12c" providerId="LiveId" clId="{7738D73D-DF23-4E98-B820-942D20A721DE}" dt="2026-03-06T11:23:10.324" v="105" actId="700"/>
          <ac:spMkLst>
            <pc:docMk/>
            <pc:sldMk cId="2010076213" sldId="258"/>
            <ac:spMk id="4" creationId="{B91ABCA6-D7E7-9F9E-34E1-B9F36ACE4E13}"/>
          </ac:spMkLst>
        </pc:spChg>
      </pc:sldChg>
      <pc:sldChg chg="add del">
        <pc:chgData name="Himuuuu u" userId="eb1af0b0f54ef12c" providerId="LiveId" clId="{7738D73D-DF23-4E98-B820-942D20A721DE}" dt="2026-03-06T11:19:46.334" v="68" actId="2696"/>
        <pc:sldMkLst>
          <pc:docMk/>
          <pc:sldMk cId="4004969855" sldId="258"/>
        </pc:sldMkLst>
      </pc:sldChg>
      <pc:sldChg chg="modSp new mod">
        <pc:chgData name="Himuuuu u" userId="eb1af0b0f54ef12c" providerId="LiveId" clId="{7738D73D-DF23-4E98-B820-942D20A721DE}" dt="2026-03-06T11:41:45.202" v="730" actId="255"/>
        <pc:sldMkLst>
          <pc:docMk/>
          <pc:sldMk cId="2840827027" sldId="259"/>
        </pc:sldMkLst>
        <pc:spChg chg="mod">
          <ac:chgData name="Himuuuu u" userId="eb1af0b0f54ef12c" providerId="LiveId" clId="{7738D73D-DF23-4E98-B820-942D20A721DE}" dt="2026-03-06T11:37:28.143" v="437" actId="20577"/>
          <ac:spMkLst>
            <pc:docMk/>
            <pc:sldMk cId="2840827027" sldId="259"/>
            <ac:spMk id="2" creationId="{0AAF0FA3-2FE3-7744-6E93-80265A347210}"/>
          </ac:spMkLst>
        </pc:spChg>
        <pc:spChg chg="mod">
          <ac:chgData name="Himuuuu u" userId="eb1af0b0f54ef12c" providerId="LiveId" clId="{7738D73D-DF23-4E98-B820-942D20A721DE}" dt="2026-03-06T11:41:45.202" v="730" actId="255"/>
          <ac:spMkLst>
            <pc:docMk/>
            <pc:sldMk cId="2840827027" sldId="259"/>
            <ac:spMk id="3" creationId="{28AE732D-C7CF-D379-6329-356CEE50B26D}"/>
          </ac:spMkLst>
        </pc:spChg>
      </pc:sldChg>
      <pc:sldChg chg="add del">
        <pc:chgData name="Himuuuu u" userId="eb1af0b0f54ef12c" providerId="LiveId" clId="{7738D73D-DF23-4E98-B820-942D20A721DE}" dt="2026-03-06T11:19:43.381" v="67" actId="2696"/>
        <pc:sldMkLst>
          <pc:docMk/>
          <pc:sldMk cId="3645121490" sldId="259"/>
        </pc:sldMkLst>
      </pc:sldChg>
      <pc:sldChg chg="new del">
        <pc:chgData name="Himuuuu u" userId="eb1af0b0f54ef12c" providerId="LiveId" clId="{7738D73D-DF23-4E98-B820-942D20A721DE}" dt="2026-03-06T11:42:06.042" v="732" actId="2696"/>
        <pc:sldMkLst>
          <pc:docMk/>
          <pc:sldMk cId="482640841" sldId="260"/>
        </pc:sldMkLst>
      </pc:sldChg>
      <pc:sldChg chg="modSp new mod">
        <pc:chgData name="Himuuuu u" userId="eb1af0b0f54ef12c" providerId="LiveId" clId="{7738D73D-DF23-4E98-B820-942D20A721DE}" dt="2026-03-06T11:48:46.652" v="1146" actId="113"/>
        <pc:sldMkLst>
          <pc:docMk/>
          <pc:sldMk cId="1604501709" sldId="260"/>
        </pc:sldMkLst>
        <pc:spChg chg="mod">
          <ac:chgData name="Himuuuu u" userId="eb1af0b0f54ef12c" providerId="LiveId" clId="{7738D73D-DF23-4E98-B820-942D20A721DE}" dt="2026-03-06T11:42:43.209" v="749" actId="5793"/>
          <ac:spMkLst>
            <pc:docMk/>
            <pc:sldMk cId="1604501709" sldId="260"/>
            <ac:spMk id="2" creationId="{AE891EC4-6C14-948F-3DFA-46BEE1A0EB66}"/>
          </ac:spMkLst>
        </pc:spChg>
        <pc:spChg chg="mod">
          <ac:chgData name="Himuuuu u" userId="eb1af0b0f54ef12c" providerId="LiveId" clId="{7738D73D-DF23-4E98-B820-942D20A721DE}" dt="2026-03-06T11:48:46.652" v="1146" actId="113"/>
          <ac:spMkLst>
            <pc:docMk/>
            <pc:sldMk cId="1604501709" sldId="260"/>
            <ac:spMk id="3" creationId="{AC8A83E6-525E-D8DC-026D-F743CDE0CF58}"/>
          </ac:spMkLst>
        </pc:spChg>
      </pc:sldChg>
      <pc:sldChg chg="addSp delSp modSp new mod">
        <pc:chgData name="Himuuuu u" userId="eb1af0b0f54ef12c" providerId="LiveId" clId="{7738D73D-DF23-4E98-B820-942D20A721DE}" dt="2026-03-06T11:50:22.100" v="1159" actId="12"/>
        <pc:sldMkLst>
          <pc:docMk/>
          <pc:sldMk cId="2905910831" sldId="261"/>
        </pc:sldMkLst>
        <pc:spChg chg="mod">
          <ac:chgData name="Himuuuu u" userId="eb1af0b0f54ef12c" providerId="LiveId" clId="{7738D73D-DF23-4E98-B820-942D20A721DE}" dt="2026-03-06T11:49:13.234" v="1150" actId="20577"/>
          <ac:spMkLst>
            <pc:docMk/>
            <pc:sldMk cId="2905910831" sldId="261"/>
            <ac:spMk id="2" creationId="{F0C20410-B6BD-0C29-CF66-7FA5812F6B71}"/>
          </ac:spMkLst>
        </pc:spChg>
        <pc:spChg chg="del mod">
          <ac:chgData name="Himuuuu u" userId="eb1af0b0f54ef12c" providerId="LiveId" clId="{7738D73D-DF23-4E98-B820-942D20A721DE}" dt="2026-03-06T11:49:28.768" v="1152"/>
          <ac:spMkLst>
            <pc:docMk/>
            <pc:sldMk cId="2905910831" sldId="261"/>
            <ac:spMk id="3" creationId="{B44E11F0-0513-6E55-FA63-A11D17DA5878}"/>
          </ac:spMkLst>
        </pc:spChg>
        <pc:spChg chg="add mod">
          <ac:chgData name="Himuuuu u" userId="eb1af0b0f54ef12c" providerId="LiveId" clId="{7738D73D-DF23-4E98-B820-942D20A721DE}" dt="2026-03-06T11:50:22.100" v="1159" actId="12"/>
          <ac:spMkLst>
            <pc:docMk/>
            <pc:sldMk cId="2905910831" sldId="261"/>
            <ac:spMk id="4" creationId="{2FB44F79-E513-63F8-E3EB-FE4D8DE98BC3}"/>
          </ac:spMkLst>
        </pc:spChg>
      </pc:sldChg>
      <pc:sldChg chg="modSp new mod">
        <pc:chgData name="Himuuuu u" userId="eb1af0b0f54ef12c" providerId="LiveId" clId="{7738D73D-DF23-4E98-B820-942D20A721DE}" dt="2026-03-06T11:51:35.728" v="1170" actId="255"/>
        <pc:sldMkLst>
          <pc:docMk/>
          <pc:sldMk cId="1644297114" sldId="262"/>
        </pc:sldMkLst>
        <pc:spChg chg="mod">
          <ac:chgData name="Himuuuu u" userId="eb1af0b0f54ef12c" providerId="LiveId" clId="{7738D73D-DF23-4E98-B820-942D20A721DE}" dt="2026-03-06T11:50:51.274" v="1163" actId="20577"/>
          <ac:spMkLst>
            <pc:docMk/>
            <pc:sldMk cId="1644297114" sldId="262"/>
            <ac:spMk id="2" creationId="{FCFBD2F9-4CA3-6402-2218-91CE6BD8ED6B}"/>
          </ac:spMkLst>
        </pc:spChg>
        <pc:spChg chg="mod">
          <ac:chgData name="Himuuuu u" userId="eb1af0b0f54ef12c" providerId="LiveId" clId="{7738D73D-DF23-4E98-B820-942D20A721DE}" dt="2026-03-06T11:51:35.728" v="1170" actId="255"/>
          <ac:spMkLst>
            <pc:docMk/>
            <pc:sldMk cId="1644297114" sldId="262"/>
            <ac:spMk id="3" creationId="{DB6441E0-AB4A-8B19-84F5-B2DEE76E4CB2}"/>
          </ac:spMkLst>
        </pc:spChg>
      </pc:sldChg>
      <pc:sldChg chg="modSp new del mod">
        <pc:chgData name="Himuuuu u" userId="eb1af0b0f54ef12c" providerId="LiveId" clId="{7738D73D-DF23-4E98-B820-942D20A721DE}" dt="2026-03-06T11:52:27.606" v="1176" actId="2696"/>
        <pc:sldMkLst>
          <pc:docMk/>
          <pc:sldMk cId="1712320604" sldId="263"/>
        </pc:sldMkLst>
        <pc:spChg chg="mod">
          <ac:chgData name="Himuuuu u" userId="eb1af0b0f54ef12c" providerId="LiveId" clId="{7738D73D-DF23-4E98-B820-942D20A721DE}" dt="2026-03-06T11:52:14.214" v="1174" actId="20577"/>
          <ac:spMkLst>
            <pc:docMk/>
            <pc:sldMk cId="1712320604" sldId="263"/>
            <ac:spMk id="2" creationId="{E064388F-01F9-A25D-044C-F432C07FF7E1}"/>
          </ac:spMkLst>
        </pc:spChg>
      </pc:sldChg>
      <pc:sldChg chg="addSp delSp modSp new mod modClrScheme chgLayout">
        <pc:chgData name="Himuuuu u" userId="eb1af0b0f54ef12c" providerId="LiveId" clId="{7738D73D-DF23-4E98-B820-942D20A721DE}" dt="2026-03-06T11:56:57.015" v="1212" actId="2711"/>
        <pc:sldMkLst>
          <pc:docMk/>
          <pc:sldMk cId="3106945681" sldId="264"/>
        </pc:sldMkLst>
        <pc:spChg chg="del mod ord">
          <ac:chgData name="Himuuuu u" userId="eb1af0b0f54ef12c" providerId="LiveId" clId="{7738D73D-DF23-4E98-B820-942D20A721DE}" dt="2026-03-06T11:52:37.546" v="1177" actId="700"/>
          <ac:spMkLst>
            <pc:docMk/>
            <pc:sldMk cId="3106945681" sldId="264"/>
            <ac:spMk id="2" creationId="{06B0A9E7-20BA-B1BE-539A-0CF7F83AEFD9}"/>
          </ac:spMkLst>
        </pc:spChg>
        <pc:spChg chg="del mod ord">
          <ac:chgData name="Himuuuu u" userId="eb1af0b0f54ef12c" providerId="LiveId" clId="{7738D73D-DF23-4E98-B820-942D20A721DE}" dt="2026-03-06T11:52:37.546" v="1177" actId="700"/>
          <ac:spMkLst>
            <pc:docMk/>
            <pc:sldMk cId="3106945681" sldId="264"/>
            <ac:spMk id="3" creationId="{0A4BC1A0-C66D-EDC4-E462-012CB68D03BF}"/>
          </ac:spMkLst>
        </pc:spChg>
        <pc:spChg chg="add mod ord">
          <ac:chgData name="Himuuuu u" userId="eb1af0b0f54ef12c" providerId="LiveId" clId="{7738D73D-DF23-4E98-B820-942D20A721DE}" dt="2026-03-06T11:52:54.312" v="1180" actId="20577"/>
          <ac:spMkLst>
            <pc:docMk/>
            <pc:sldMk cId="3106945681" sldId="264"/>
            <ac:spMk id="4" creationId="{3D8066FC-2CF9-24EA-7694-5FFE9516656A}"/>
          </ac:spMkLst>
        </pc:spChg>
        <pc:spChg chg="add del mod ord">
          <ac:chgData name="Himuuuu u" userId="eb1af0b0f54ef12c" providerId="LiveId" clId="{7738D73D-DF23-4E98-B820-942D20A721DE}" dt="2026-03-06T11:53:10.912" v="1181"/>
          <ac:spMkLst>
            <pc:docMk/>
            <pc:sldMk cId="3106945681" sldId="264"/>
            <ac:spMk id="5" creationId="{F837D35B-2E23-ED15-9EE4-991C554CB944}"/>
          </ac:spMkLst>
        </pc:spChg>
        <pc:spChg chg="add del mod ord">
          <ac:chgData name="Himuuuu u" userId="eb1af0b0f54ef12c" providerId="LiveId" clId="{7738D73D-DF23-4E98-B820-942D20A721DE}" dt="2026-03-06T11:54:26.810" v="1191" actId="255"/>
          <ac:spMkLst>
            <pc:docMk/>
            <pc:sldMk cId="3106945681" sldId="264"/>
            <ac:spMk id="6" creationId="{D228F173-3BAC-04C6-A2FF-2EAE6188E361}"/>
          </ac:spMkLst>
        </pc:spChg>
        <pc:spChg chg="add mod">
          <ac:chgData name="Himuuuu u" userId="eb1af0b0f54ef12c" providerId="LiveId" clId="{7738D73D-DF23-4E98-B820-942D20A721DE}" dt="2026-03-06T11:56:57.015" v="1212" actId="2711"/>
          <ac:spMkLst>
            <pc:docMk/>
            <pc:sldMk cId="3106945681" sldId="264"/>
            <ac:spMk id="7" creationId="{078BF210-0017-5DCC-2F54-E2502BB69BF7}"/>
          </ac:spMkLst>
        </pc:spChg>
        <pc:spChg chg="add mod">
          <ac:chgData name="Himuuuu u" userId="eb1af0b0f54ef12c" providerId="LiveId" clId="{7738D73D-DF23-4E98-B820-942D20A721DE}" dt="2026-03-06T11:53:58.844" v="1189"/>
          <ac:spMkLst>
            <pc:docMk/>
            <pc:sldMk cId="3106945681" sldId="264"/>
            <ac:spMk id="8" creationId="{E7016730-C10B-0FC5-4D87-FFC5BCD5FD33}"/>
          </ac:spMkLst>
        </pc:spChg>
      </pc:sldChg>
      <pc:sldChg chg="addSp delSp modSp new mod modClrScheme chgLayout">
        <pc:chgData name="Himuuuu u" userId="eb1af0b0f54ef12c" providerId="LiveId" clId="{7738D73D-DF23-4E98-B820-942D20A721DE}" dt="2026-03-06T11:58:03.675" v="1227" actId="2711"/>
        <pc:sldMkLst>
          <pc:docMk/>
          <pc:sldMk cId="2717100439" sldId="265"/>
        </pc:sldMkLst>
        <pc:spChg chg="del mod ord">
          <ac:chgData name="Himuuuu u" userId="eb1af0b0f54ef12c" providerId="LiveId" clId="{7738D73D-DF23-4E98-B820-942D20A721DE}" dt="2026-03-06T11:55:08.515" v="1197" actId="700"/>
          <ac:spMkLst>
            <pc:docMk/>
            <pc:sldMk cId="2717100439" sldId="265"/>
            <ac:spMk id="2" creationId="{29965CB5-D1F6-665E-DA65-E9D6564B858B}"/>
          </ac:spMkLst>
        </pc:spChg>
        <pc:spChg chg="del mod ord">
          <ac:chgData name="Himuuuu u" userId="eb1af0b0f54ef12c" providerId="LiveId" clId="{7738D73D-DF23-4E98-B820-942D20A721DE}" dt="2026-03-06T11:55:08.515" v="1197" actId="700"/>
          <ac:spMkLst>
            <pc:docMk/>
            <pc:sldMk cId="2717100439" sldId="265"/>
            <ac:spMk id="3" creationId="{0BEE5801-4EF8-BD4C-8FF0-41151CA1A6D4}"/>
          </ac:spMkLst>
        </pc:spChg>
        <pc:spChg chg="del">
          <ac:chgData name="Himuuuu u" userId="eb1af0b0f54ef12c" providerId="LiveId" clId="{7738D73D-DF23-4E98-B820-942D20A721DE}" dt="2026-03-06T11:55:08.515" v="1197" actId="700"/>
          <ac:spMkLst>
            <pc:docMk/>
            <pc:sldMk cId="2717100439" sldId="265"/>
            <ac:spMk id="4" creationId="{198A5BA4-4F42-2BD1-7D4B-019050A8F3C9}"/>
          </ac:spMkLst>
        </pc:spChg>
        <pc:spChg chg="add mod ord">
          <ac:chgData name="Himuuuu u" userId="eb1af0b0f54ef12c" providerId="LiveId" clId="{7738D73D-DF23-4E98-B820-942D20A721DE}" dt="2026-03-06T11:55:19.709" v="1200" actId="20577"/>
          <ac:spMkLst>
            <pc:docMk/>
            <pc:sldMk cId="2717100439" sldId="265"/>
            <ac:spMk id="5" creationId="{C0D2ABD7-7313-5773-9850-42770B72C1D8}"/>
          </ac:spMkLst>
        </pc:spChg>
        <pc:spChg chg="add del mod ord">
          <ac:chgData name="Himuuuu u" userId="eb1af0b0f54ef12c" providerId="LiveId" clId="{7738D73D-DF23-4E98-B820-942D20A721DE}" dt="2026-03-06T11:55:33.357" v="1201"/>
          <ac:spMkLst>
            <pc:docMk/>
            <pc:sldMk cId="2717100439" sldId="265"/>
            <ac:spMk id="6" creationId="{C86DFCC1-DA0F-E363-A98E-7A2D01030971}"/>
          </ac:spMkLst>
        </pc:spChg>
        <pc:spChg chg="add mod">
          <ac:chgData name="Himuuuu u" userId="eb1af0b0f54ef12c" providerId="LiveId" clId="{7738D73D-DF23-4E98-B820-942D20A721DE}" dt="2026-03-06T11:58:03.675" v="1227" actId="2711"/>
          <ac:spMkLst>
            <pc:docMk/>
            <pc:sldMk cId="2717100439" sldId="265"/>
            <ac:spMk id="7" creationId="{CB3AD775-F4D8-0A9D-E177-754497DC7934}"/>
          </ac:spMkLst>
        </pc:spChg>
      </pc:sldChg>
      <pc:sldChg chg="modSp new mod">
        <pc:chgData name="Himuuuu u" userId="eb1af0b0f54ef12c" providerId="LiveId" clId="{7738D73D-DF23-4E98-B820-942D20A721DE}" dt="2026-03-06T11:58:41.203" v="1232"/>
        <pc:sldMkLst>
          <pc:docMk/>
          <pc:sldMk cId="2290811917" sldId="266"/>
        </pc:sldMkLst>
        <pc:spChg chg="mod">
          <ac:chgData name="Himuuuu u" userId="eb1af0b0f54ef12c" providerId="LiveId" clId="{7738D73D-DF23-4E98-B820-942D20A721DE}" dt="2026-03-06T11:58:31.814" v="1231" actId="20577"/>
          <ac:spMkLst>
            <pc:docMk/>
            <pc:sldMk cId="2290811917" sldId="266"/>
            <ac:spMk id="2" creationId="{88DC05A1-51D5-D4C1-A99F-246B9A2A329D}"/>
          </ac:spMkLst>
        </pc:spChg>
        <pc:spChg chg="mod">
          <ac:chgData name="Himuuuu u" userId="eb1af0b0f54ef12c" providerId="LiveId" clId="{7738D73D-DF23-4E98-B820-942D20A721DE}" dt="2026-03-06T11:58:41.203" v="1232"/>
          <ac:spMkLst>
            <pc:docMk/>
            <pc:sldMk cId="2290811917" sldId="266"/>
            <ac:spMk id="3" creationId="{17E916F7-6F96-0DE0-BDCA-7E82A6E64C9A}"/>
          </ac:spMkLst>
        </pc:spChg>
      </pc:sldChg>
      <pc:sldChg chg="modSp new mod">
        <pc:chgData name="Himuuuu u" userId="eb1af0b0f54ef12c" providerId="LiveId" clId="{7738D73D-DF23-4E98-B820-942D20A721DE}" dt="2026-03-06T11:59:03.564" v="1262" actId="5793"/>
        <pc:sldMkLst>
          <pc:docMk/>
          <pc:sldMk cId="370055426" sldId="267"/>
        </pc:sldMkLst>
        <pc:spChg chg="mod">
          <ac:chgData name="Himuuuu u" userId="eb1af0b0f54ef12c" providerId="LiveId" clId="{7738D73D-DF23-4E98-B820-942D20A721DE}" dt="2026-03-06T11:58:51.655" v="1234"/>
          <ac:spMkLst>
            <pc:docMk/>
            <pc:sldMk cId="370055426" sldId="267"/>
            <ac:spMk id="2" creationId="{58DD75C7-7A9A-7E24-B641-CE5319C37C37}"/>
          </ac:spMkLst>
        </pc:spChg>
        <pc:spChg chg="mod">
          <ac:chgData name="Himuuuu u" userId="eb1af0b0f54ef12c" providerId="LiveId" clId="{7738D73D-DF23-4E98-B820-942D20A721DE}" dt="2026-03-06T11:59:03.564" v="1262" actId="5793"/>
          <ac:spMkLst>
            <pc:docMk/>
            <pc:sldMk cId="370055426" sldId="267"/>
            <ac:spMk id="3" creationId="{CE915C2C-7863-6618-A6F6-A71DE9F9663E}"/>
          </ac:spMkLst>
        </pc:spChg>
      </pc:sldChg>
      <pc:sldChg chg="modSp new mod">
        <pc:chgData name="Himuuuu u" userId="eb1af0b0f54ef12c" providerId="LiveId" clId="{7738D73D-DF23-4E98-B820-942D20A721DE}" dt="2026-03-06T11:59:30.201" v="1267"/>
        <pc:sldMkLst>
          <pc:docMk/>
          <pc:sldMk cId="4185616938" sldId="268"/>
        </pc:sldMkLst>
        <pc:spChg chg="mod">
          <ac:chgData name="Himuuuu u" userId="eb1af0b0f54ef12c" providerId="LiveId" clId="{7738D73D-DF23-4E98-B820-942D20A721DE}" dt="2026-03-06T11:59:21.669" v="1266" actId="20577"/>
          <ac:spMkLst>
            <pc:docMk/>
            <pc:sldMk cId="4185616938" sldId="268"/>
            <ac:spMk id="2" creationId="{79DB9EF3-53A7-935F-9060-78160D3AC8AF}"/>
          </ac:spMkLst>
        </pc:spChg>
        <pc:spChg chg="mod">
          <ac:chgData name="Himuuuu u" userId="eb1af0b0f54ef12c" providerId="LiveId" clId="{7738D73D-DF23-4E98-B820-942D20A721DE}" dt="2026-03-06T11:59:30.201" v="1267"/>
          <ac:spMkLst>
            <pc:docMk/>
            <pc:sldMk cId="4185616938" sldId="268"/>
            <ac:spMk id="3" creationId="{7E13D13B-7902-F097-FB02-C8702366E042}"/>
          </ac:spMkLst>
        </pc:spChg>
      </pc:sldChg>
      <pc:sldChg chg="addSp delSp modSp new mod">
        <pc:chgData name="Himuuuu u" userId="eb1af0b0f54ef12c" providerId="LiveId" clId="{7738D73D-DF23-4E98-B820-942D20A721DE}" dt="2026-03-06T12:02:08.852" v="1291" actId="20577"/>
        <pc:sldMkLst>
          <pc:docMk/>
          <pc:sldMk cId="3386773677" sldId="269"/>
        </pc:sldMkLst>
        <pc:spChg chg="mod">
          <ac:chgData name="Himuuuu u" userId="eb1af0b0f54ef12c" providerId="LiveId" clId="{7738D73D-DF23-4E98-B820-942D20A721DE}" dt="2026-03-06T12:02:08.852" v="1291" actId="20577"/>
          <ac:spMkLst>
            <pc:docMk/>
            <pc:sldMk cId="3386773677" sldId="269"/>
            <ac:spMk id="2" creationId="{2C6D57B8-BB29-C3A1-412B-039678698BA2}"/>
          </ac:spMkLst>
        </pc:spChg>
        <pc:spChg chg="del mod">
          <ac:chgData name="Himuuuu u" userId="eb1af0b0f54ef12c" providerId="LiveId" clId="{7738D73D-DF23-4E98-B820-942D20A721DE}" dt="2026-03-06T12:00:10.310" v="1275"/>
          <ac:spMkLst>
            <pc:docMk/>
            <pc:sldMk cId="3386773677" sldId="269"/>
            <ac:spMk id="3" creationId="{AD457081-E82E-E435-C72F-735DA6E1884E}"/>
          </ac:spMkLst>
        </pc:spChg>
        <pc:spChg chg="add mod">
          <ac:chgData name="Himuuuu u" userId="eb1af0b0f54ef12c" providerId="LiveId" clId="{7738D73D-DF23-4E98-B820-942D20A721DE}" dt="2026-03-06T12:01:52.676" v="1287" actId="120"/>
          <ac:spMkLst>
            <pc:docMk/>
            <pc:sldMk cId="3386773677" sldId="269"/>
            <ac:spMk id="4" creationId="{05665E39-8A55-9A3D-85F2-B8CED7CD05E8}"/>
          </ac:spMkLst>
        </pc:spChg>
      </pc:sldChg>
      <pc:sldChg chg="addSp delSp modSp new mod">
        <pc:chgData name="Himuuuu u" userId="eb1af0b0f54ef12c" providerId="LiveId" clId="{7738D73D-DF23-4E98-B820-942D20A721DE}" dt="2026-03-06T12:02:41.077" v="1300" actId="14100"/>
        <pc:sldMkLst>
          <pc:docMk/>
          <pc:sldMk cId="1447177134" sldId="270"/>
        </pc:sldMkLst>
        <pc:spChg chg="mod">
          <ac:chgData name="Himuuuu u" userId="eb1af0b0f54ef12c" providerId="LiveId" clId="{7738D73D-DF23-4E98-B820-942D20A721DE}" dt="2026-03-06T12:02:15.849" v="1293" actId="20577"/>
          <ac:spMkLst>
            <pc:docMk/>
            <pc:sldMk cId="1447177134" sldId="270"/>
            <ac:spMk id="2" creationId="{08A1436D-29ED-9EAA-9AA0-05D4CBAA3163}"/>
          </ac:spMkLst>
        </pc:spChg>
        <pc:spChg chg="del">
          <ac:chgData name="Himuuuu u" userId="eb1af0b0f54ef12c" providerId="LiveId" clId="{7738D73D-DF23-4E98-B820-942D20A721DE}" dt="2026-03-06T12:00:30.266" v="1278"/>
          <ac:spMkLst>
            <pc:docMk/>
            <pc:sldMk cId="1447177134" sldId="270"/>
            <ac:spMk id="3" creationId="{8B8194A3-140A-0BB9-F6C9-B0BC1BB91699}"/>
          </ac:spMkLst>
        </pc:spChg>
        <pc:spChg chg="add mod">
          <ac:chgData name="Himuuuu u" userId="eb1af0b0f54ef12c" providerId="LiveId" clId="{7738D73D-DF23-4E98-B820-942D20A721DE}" dt="2026-03-06T12:02:41.077" v="1300" actId="14100"/>
          <ac:spMkLst>
            <pc:docMk/>
            <pc:sldMk cId="1447177134" sldId="270"/>
            <ac:spMk id="4" creationId="{D59439DB-DBFE-F982-0526-13CA24117FED}"/>
          </ac:spMkLst>
        </pc:spChg>
      </pc:sldChg>
      <pc:sldChg chg="addSp delSp modSp new mod">
        <pc:chgData name="Himuuuu u" userId="eb1af0b0f54ef12c" providerId="LiveId" clId="{7738D73D-DF23-4E98-B820-942D20A721DE}" dt="2026-03-06T12:03:04.145" v="1305" actId="255"/>
        <pc:sldMkLst>
          <pc:docMk/>
          <pc:sldMk cId="213829956" sldId="271"/>
        </pc:sldMkLst>
        <pc:spChg chg="mod">
          <ac:chgData name="Himuuuu u" userId="eb1af0b0f54ef12c" providerId="LiveId" clId="{7738D73D-DF23-4E98-B820-942D20A721DE}" dt="2026-03-06T12:02:50.309" v="1303" actId="20577"/>
          <ac:spMkLst>
            <pc:docMk/>
            <pc:sldMk cId="213829956" sldId="271"/>
            <ac:spMk id="2" creationId="{19CF1349-5061-6D44-C71E-65132D57CA56}"/>
          </ac:spMkLst>
        </pc:spChg>
        <pc:spChg chg="del">
          <ac:chgData name="Himuuuu u" userId="eb1af0b0f54ef12c" providerId="LiveId" clId="{7738D73D-DF23-4E98-B820-942D20A721DE}" dt="2026-03-06T12:01:08.473" v="1281"/>
          <ac:spMkLst>
            <pc:docMk/>
            <pc:sldMk cId="213829956" sldId="271"/>
            <ac:spMk id="3" creationId="{FB8D750F-C5F9-40F7-7906-FA33FFA03B8B}"/>
          </ac:spMkLst>
        </pc:spChg>
        <pc:spChg chg="add mod">
          <ac:chgData name="Himuuuu u" userId="eb1af0b0f54ef12c" providerId="LiveId" clId="{7738D73D-DF23-4E98-B820-942D20A721DE}" dt="2026-03-06T12:03:04.145" v="1305" actId="255"/>
          <ac:spMkLst>
            <pc:docMk/>
            <pc:sldMk cId="213829956" sldId="271"/>
            <ac:spMk id="4" creationId="{B61F395B-0710-BCC3-1E6F-148C2F175F84}"/>
          </ac:spMkLst>
        </pc:spChg>
      </pc:sldChg>
      <pc:sldChg chg="new del">
        <pc:chgData name="Himuuuu u" userId="eb1af0b0f54ef12c" providerId="LiveId" clId="{7738D73D-DF23-4E98-B820-942D20A721DE}" dt="2026-03-06T12:07:52.317" v="1307" actId="2696"/>
        <pc:sldMkLst>
          <pc:docMk/>
          <pc:sldMk cId="156925606" sldId="272"/>
        </pc:sldMkLst>
      </pc:sldChg>
      <pc:sldChg chg="addSp delSp modSp new mod modClrScheme chgLayout">
        <pc:chgData name="Himuuuu u" userId="eb1af0b0f54ef12c" providerId="LiveId" clId="{7738D73D-DF23-4E98-B820-942D20A721DE}" dt="2026-03-06T12:08:22.597" v="1310" actId="931"/>
        <pc:sldMkLst>
          <pc:docMk/>
          <pc:sldMk cId="1030090194" sldId="272"/>
        </pc:sldMkLst>
        <pc:spChg chg="del">
          <ac:chgData name="Himuuuu u" userId="eb1af0b0f54ef12c" providerId="LiveId" clId="{7738D73D-DF23-4E98-B820-942D20A721DE}" dt="2026-03-06T12:08:06.209" v="1309" actId="700"/>
          <ac:spMkLst>
            <pc:docMk/>
            <pc:sldMk cId="1030090194" sldId="272"/>
            <ac:spMk id="2" creationId="{EF68D1CB-D003-970A-60BE-94EFF20616A1}"/>
          </ac:spMkLst>
        </pc:spChg>
        <pc:spChg chg="del">
          <ac:chgData name="Himuuuu u" userId="eb1af0b0f54ef12c" providerId="LiveId" clId="{7738D73D-DF23-4E98-B820-942D20A721DE}" dt="2026-03-06T12:08:06.209" v="1309" actId="700"/>
          <ac:spMkLst>
            <pc:docMk/>
            <pc:sldMk cId="1030090194" sldId="272"/>
            <ac:spMk id="3" creationId="{BD036BA3-D1A4-0237-08F1-2E4C0A26B04E}"/>
          </ac:spMkLst>
        </pc:spChg>
        <pc:picChg chg="add mod">
          <ac:chgData name="Himuuuu u" userId="eb1af0b0f54ef12c" providerId="LiveId" clId="{7738D73D-DF23-4E98-B820-942D20A721DE}" dt="2026-03-06T12:08:22.597" v="1310" actId="931"/>
          <ac:picMkLst>
            <pc:docMk/>
            <pc:sldMk cId="1030090194" sldId="272"/>
            <ac:picMk id="5" creationId="{4B7C112C-968D-287C-7101-1ACDEFD3DEA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E9176-279C-AB35-34C4-DF5374AD2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81761-BE99-AB00-1154-7EFA217B19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C1492-8A90-4A1F-868D-C44A71870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26A0-4F14-44D2-94C6-BEA8D6A6AA12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91423-D9A4-C84B-8D69-891D343AB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CE92C-F1D7-56BE-5A3B-82B98CDDF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A190E-6930-42A6-82CB-C4DD92C3B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02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D8570-CC3C-564B-AE78-FF6E61C2C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13144-09B6-7634-5FF2-BD66ECE46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4EAE3-7A6E-C905-A8C2-6064BF82C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26A0-4F14-44D2-94C6-BEA8D6A6AA12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97727-A9A1-5462-39C6-C0C7D48CE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62513-EC16-B6B0-89A7-68F4C423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A190E-6930-42A6-82CB-C4DD92C3B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864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C2A9-5A5A-4540-3C84-F5B836B7C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9B1FC-1FD0-8CAC-FF48-909B20F72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CE9F8-42C4-1D3A-A39B-E3791D827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26A0-4F14-44D2-94C6-BEA8D6A6AA12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E5F00-DF89-9D17-EE63-656E76ACC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0271A-74E2-7A11-5631-867C4530E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A190E-6930-42A6-82CB-C4DD92C3B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908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0DA3F-27E6-DB93-44FF-0B471ED3B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8140F-97A3-ADC7-18B4-D8077D1CC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8C613-FEDB-0F40-C72F-DA3C173D2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D62C64-B135-6AFF-9127-AF9A735BB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26A0-4F14-44D2-94C6-BEA8D6A6AA12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86AC9-620C-6BCA-9063-95D778D2B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B59B78-48C5-F877-081F-65354E39D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A190E-6930-42A6-82CB-C4DD92C3B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916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EE5FC-D804-E65A-BB18-2CFF225E1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E095F-CC28-A93F-B2F4-36D184707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4925F9-AD62-5909-FB4E-EFE329D57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A821DE-D110-25B5-DFBC-86675BC66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EB9DB3-69F7-D842-29BD-D289548A01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019DD4-563F-46D2-FD76-6B82CD81E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26A0-4F14-44D2-94C6-BEA8D6A6AA12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BEA171-47F9-CAC1-9623-36AB6C042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C6C5BB-5F85-D931-ACC2-1F50EF583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A190E-6930-42A6-82CB-C4DD92C3B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672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545E4-4823-8C38-E5FB-F7D77C5AC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FBA72E-114D-DBF6-9FB3-57B70BFB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26A0-4F14-44D2-94C6-BEA8D6A6AA12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F6B0F8-B30F-8152-E140-B39C996A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7E1321-0DCB-D89E-2E70-6DEC2E2C5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A190E-6930-42A6-82CB-C4DD92C3B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108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F85BE3-8277-984F-980D-053C103AC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26A0-4F14-44D2-94C6-BEA8D6A6AA12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3F6E41-F39B-C8FB-9EDC-25EF193E3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AA811-C984-417A-9FDA-7EC1436E9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A190E-6930-42A6-82CB-C4DD92C3B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228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110FF-4390-39DF-463A-F1CF16CAB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3A432-FDA0-477F-FFEC-723CFE913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E20C4D-03F6-A005-584A-D5344BBC27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4E6EB-9B76-0C98-1195-C889FC598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26A0-4F14-44D2-94C6-BEA8D6A6AA12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61DF5D-E74E-8F09-24B2-4138D02B5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1E8-85B4-439D-02AF-C67BB406A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A190E-6930-42A6-82CB-C4DD92C3B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696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2573C-A62C-8D08-46B4-7F46B7DD7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831CCE-8222-7549-380F-AED3B4B740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C806E2-92AF-F762-C2C7-00AE5D948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08F8C-C57F-A7FB-73F7-869FF7866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26A0-4F14-44D2-94C6-BEA8D6A6AA12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55BE8D-717B-D421-8EF4-700802803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32D18-F3E3-4C77-36B8-24BB0D492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A190E-6930-42A6-82CB-C4DD92C3B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933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294AD-8989-37B8-F65E-3F3891E95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DEDAB5-E47D-AFD6-634D-C6AA9359F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6CFAA-4FF3-C499-8E57-4583A5EE3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26A0-4F14-44D2-94C6-BEA8D6A6AA12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5BFBD-F413-EF82-0172-20163E8F5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17DFC-8201-431E-F253-A272978C9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A190E-6930-42A6-82CB-C4DD92C3B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172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A8F8CB-8668-DFA3-EF3B-7877371484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12DB94-DC5E-A559-0663-12B75C0E7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E8420-7885-92DC-C73D-B50B73213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426A0-4F14-44D2-94C6-BEA8D6A6AA12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CAB1E-9D2A-9000-916F-7476EFF38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3CD96-9E11-8F61-619D-DD8F3ABA3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A190E-6930-42A6-82CB-C4DD92C3B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683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A735F8-9D78-9791-4398-E988F9B62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338DB-5BA9-9502-FE4B-DC924CF33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1D470-40E7-61C3-3CAD-347B913E0D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0426A0-4F14-44D2-94C6-BEA8D6A6AA12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AA2CE-E156-8229-3982-F4B6426AD5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54255-21A5-3184-28A5-8904568075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CA190E-6930-42A6-82CB-C4DD92C3B7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210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irnow.gov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B53AB-7723-E98A-C3D4-819B5CB6B0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6600" dirty="0">
                <a:latin typeface="Angsana New" panose="02020603050405020304" pitchFamily="18" charset="-34"/>
                <a:cs typeface="Angsana New" panose="02020603050405020304" pitchFamily="18" charset="-34"/>
              </a:rPr>
              <a:t>Smart AQI Prediction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1A16C-57A7-7691-219E-CF0D8FAF28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Using Machine Learning to Predict Air Quality Index                               </a:t>
            </a:r>
          </a:p>
          <a:p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                                                                                           G. Hima</a:t>
            </a:r>
          </a:p>
          <a:p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                                                                                            CSE-IOT </a:t>
            </a:r>
          </a:p>
          <a:p>
            <a:endParaRPr lang="en-IN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149506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B9F7-0E14-A852-0159-F91555302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Introduction:-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C61D76-1312-2563-59B9-57C2DF42AA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1114" y="1946505"/>
            <a:ext cx="867591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Air quality index (AQI) measures air pollution levels.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Poor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aqi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 → health risks (respiratory issues, allergies).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Traditional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aqi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 monitoring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manual and slow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Smart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aqi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 prediction allows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proactive measures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Predictive system uses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machine learning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gsana New" panose="02020603050405020304" pitchFamily="18" charset="-34"/>
                <a:cs typeface="Angsana New" panose="02020603050405020304" pitchFamily="18" charset="-34"/>
              </a:rPr>
              <a:t> for accuracy.</a:t>
            </a:r>
          </a:p>
        </p:txBody>
      </p:sp>
    </p:spTree>
    <p:extLst>
      <p:ext uri="{BB962C8B-B14F-4D97-AF65-F5344CB8AC3E}">
        <p14:creationId xmlns:p14="http://schemas.microsoft.com/office/powerpoint/2010/main" val="4023213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93D4C-0850-EB53-0436-53E1FE338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Statement:-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E515E-82FA-C447-6845-43D998637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Air Quality index measures air pollution levels.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Poor AQI-&gt;Health risk(respiratory issues , allergies).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Traditional AQI monitoring ideas </a:t>
            </a:r>
            <a:r>
              <a:rPr lang="en-US" sz="2400" b="1" dirty="0"/>
              <a:t>manual and slow.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Smart AQI prediction </a:t>
            </a:r>
            <a:r>
              <a:rPr lang="en-US" sz="2400" b="1" dirty="0"/>
              <a:t>allows proactive measures</a:t>
            </a:r>
            <a:r>
              <a:rPr lang="en-US" sz="2400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Predictive system uses </a:t>
            </a:r>
            <a:r>
              <a:rPr lang="en-US" sz="2400" b="1" dirty="0"/>
              <a:t>machine learning for accuracy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5938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F0FA3-2FE3-7744-6E93-80265A347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Objectives:-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E732D-C7CF-D379-6329-356CEE50B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Predict AQI values based on traffic and environmental features.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Provide </a:t>
            </a:r>
            <a:r>
              <a:rPr lang="en-US" sz="2400" b="1" dirty="0"/>
              <a:t>real-time prediction </a:t>
            </a:r>
            <a:r>
              <a:rPr lang="en-US" sz="2400" dirty="0"/>
              <a:t>for different areas.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Enable </a:t>
            </a:r>
            <a:r>
              <a:rPr lang="en-US" sz="2400" b="1" dirty="0"/>
              <a:t>public awareness and early warnings.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Visualize AQI trends and patterns overtime.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Offer user –friendly interface </a:t>
            </a:r>
            <a:r>
              <a:rPr lang="en-US" sz="2400" dirty="0"/>
              <a:t>for ready access.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40827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91EC4-6C14-948F-3DFA-46BEE1A0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Features:-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A83E6-525E-D8DC-026D-F743CDE0C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Input multiple features :traffic ,temperature , </a:t>
            </a:r>
            <a:r>
              <a:rPr lang="en-US" sz="2400" dirty="0" err="1"/>
              <a:t>humditiy</a:t>
            </a:r>
            <a:r>
              <a:rPr lang="en-US" sz="2400" dirty="0"/>
              <a:t> ,wind speed.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Predict AQI using </a:t>
            </a:r>
            <a:r>
              <a:rPr lang="en-US" sz="2400" b="1" dirty="0"/>
              <a:t>trained ML models</a:t>
            </a:r>
            <a:r>
              <a:rPr lang="en-US" sz="2400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Real-time </a:t>
            </a:r>
            <a:r>
              <a:rPr lang="en-US" sz="2400" b="1" dirty="0"/>
              <a:t>predication with a simple interfaces</a:t>
            </a:r>
            <a:r>
              <a:rPr lang="en-US" sz="2400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Optimally show </a:t>
            </a:r>
            <a:r>
              <a:rPr lang="en-US" sz="2400" b="1" dirty="0"/>
              <a:t>graphs and historical trends.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Alert for high pollution levels.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Can be scaled </a:t>
            </a:r>
            <a:r>
              <a:rPr lang="en-US" sz="2400" b="1" dirty="0"/>
              <a:t>for multiple cities.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Supports different platform (web/desktop).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04501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20410-B6BD-0C29-CF66-7FA5812F6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/ Workflow:-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B44F79-E513-63F8-E3EB-FE4D8DE98B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1372" y="1583422"/>
            <a:ext cx="978625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Collection: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Traffic data, Weather API, AQI historical data.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Preprocessing: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Clean missing values, normalization, feature selection.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Machine Learning Model: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Train Linear Regression / Random Forest / Other algorithms.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Prediction Module: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Real-time AQI forecast using user inputs.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Visualization: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Display AQI predictions in tables, graphs, or alerts.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Optional: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 dashboards for analytics.</a:t>
            </a:r>
          </a:p>
        </p:txBody>
      </p:sp>
    </p:spTree>
    <p:extLst>
      <p:ext uri="{BB962C8B-B14F-4D97-AF65-F5344CB8AC3E}">
        <p14:creationId xmlns:p14="http://schemas.microsoft.com/office/powerpoint/2010/main" val="2905910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D2F9-4CA3-6402-2218-91CE6BD8E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441E0-AB4A-8B19-84F5-B2DEE76E4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Sources: Government AQI portals, Weather APIs, Traffic APIs.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Features: Hour, Vehicle Count, Temperature, Humidity, Wind, AQI.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Data size: e.g., 5000+ records, 6–7 features.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Data cleaning includes </a:t>
            </a:r>
            <a:r>
              <a:rPr lang="en-IN" sz="2400" b="1" dirty="0"/>
              <a:t>removing nulls, outliers</a:t>
            </a:r>
            <a:r>
              <a:rPr lang="en-IN" sz="2400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Normalization and scaling for better model performance.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Dataset split: 80% training, 20% testing.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44297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8066FC-2CF9-24EA-7694-5FFE95166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Learning Model:-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28F173-3BAC-04C6-A2FF-2EAE6188E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from </a:t>
            </a:r>
            <a:r>
              <a:rPr lang="en-IN" sz="2400" dirty="0" err="1"/>
              <a:t>sklearn.linear_model</a:t>
            </a:r>
            <a:r>
              <a:rPr lang="en-IN" sz="2400" dirty="0"/>
              <a:t> import </a:t>
            </a:r>
            <a:r>
              <a:rPr lang="en-IN" sz="2400" dirty="0" err="1"/>
              <a:t>LinearRegression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model = </a:t>
            </a:r>
            <a:r>
              <a:rPr lang="en-IN" sz="2400" dirty="0" err="1"/>
              <a:t>LinearRegression</a:t>
            </a:r>
            <a:r>
              <a:rPr lang="en-IN" sz="2400" dirty="0"/>
              <a:t>()</a:t>
            </a:r>
            <a:br>
              <a:rPr lang="en-IN" sz="2400" dirty="0"/>
            </a:br>
            <a:r>
              <a:rPr lang="en-IN" sz="2400" dirty="0" err="1"/>
              <a:t>model.fit</a:t>
            </a:r>
            <a:r>
              <a:rPr lang="en-IN" sz="2400" dirty="0"/>
              <a:t>(</a:t>
            </a:r>
            <a:r>
              <a:rPr lang="en-IN" sz="2400" dirty="0" err="1"/>
              <a:t>X_train</a:t>
            </a:r>
            <a:r>
              <a:rPr lang="en-IN" sz="2400" dirty="0"/>
              <a:t>, </a:t>
            </a:r>
            <a:r>
              <a:rPr lang="en-IN" sz="2400" dirty="0" err="1"/>
              <a:t>y_train</a:t>
            </a:r>
            <a:r>
              <a:rPr lang="en-IN" sz="2400" dirty="0"/>
              <a:t>)</a:t>
            </a:r>
            <a:br>
              <a:rPr lang="en-IN" sz="2400" dirty="0"/>
            </a:br>
            <a:r>
              <a:rPr lang="en-IN" sz="2400" dirty="0"/>
              <a:t>prediction = </a:t>
            </a:r>
            <a:r>
              <a:rPr lang="en-IN" sz="2400" dirty="0" err="1"/>
              <a:t>model.predict</a:t>
            </a:r>
            <a:r>
              <a:rPr lang="en-IN" sz="2400" dirty="0"/>
              <a:t>(</a:t>
            </a:r>
            <a:r>
              <a:rPr lang="en-IN" sz="2400" dirty="0" err="1"/>
              <a:t>X_test</a:t>
            </a:r>
            <a:r>
              <a:rPr lang="en-IN" sz="2400" dirty="0"/>
              <a:t>)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78BF210-0017-5DCC-2F54-E2502BB69B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83188" y="2085410"/>
            <a:ext cx="526709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ngsana New" panose="02020603050405020304" pitchFamily="18" charset="-34"/>
              </a:rPr>
              <a:t>Linear Regression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ngsana New" panose="02020603050405020304" pitchFamily="18" charset="-34"/>
              </a:rPr>
              <a:t> / Random Forest Regression.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ngsana New" panose="02020603050405020304" pitchFamily="18" charset="-34"/>
              </a:rPr>
              <a:t>Trained on historical AQI data.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ngsana New" panose="02020603050405020304" pitchFamily="18" charset="-34"/>
              </a:rPr>
              <a:t>Predicts AQI based on traffic and weather conditions.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ngsana New" panose="02020603050405020304" pitchFamily="18" charset="-34"/>
              </a:rPr>
              <a:t>Model evaluation: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ngsana New" panose="02020603050405020304" pitchFamily="18" charset="-34"/>
              </a:rPr>
              <a:t>R² score, RMSE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ngsana New" panose="02020603050405020304" pitchFamily="18" charset="-34"/>
              </a:rPr>
              <a:t> for accuracy.</a:t>
            </a:r>
          </a:p>
        </p:txBody>
      </p:sp>
    </p:spTree>
    <p:extLst>
      <p:ext uri="{BB962C8B-B14F-4D97-AF65-F5344CB8AC3E}">
        <p14:creationId xmlns:p14="http://schemas.microsoft.com/office/powerpoint/2010/main" val="3106945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D2ABD7-7313-5773-9850-42770B72C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Streamlit</a:t>
            </a:r>
            <a:r>
              <a:rPr lang="en-IN" dirty="0"/>
              <a:t> Interface:-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B3AD775-F4D8-0A9D-E177-754497DC79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2258" y="1876766"/>
            <a:ext cx="998219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ngsana New" panose="02020603050405020304" pitchFamily="18" charset="-34"/>
              </a:rPr>
              <a:t>Users can enter: Hour, Vehicle Count, Platform type, Temperature, Humidity, Wind.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ngsana New" panose="02020603050405020304" pitchFamily="18" charset="-34"/>
              </a:rPr>
              <a:t>Click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ngsana New" panose="02020603050405020304" pitchFamily="18" charset="-34"/>
              </a:rPr>
              <a:t>Predict AQI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ngsana New" panose="02020603050405020304" pitchFamily="18" charset="-34"/>
              </a:rPr>
              <a:t> → get immediate output.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ngsana New" panose="02020603050405020304" pitchFamily="18" charset="-34"/>
              </a:rPr>
              <a:t>Optional: Show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ngsana New" panose="02020603050405020304" pitchFamily="18" charset="-34"/>
              </a:rPr>
              <a:t>graphs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ngsana New" panose="02020603050405020304" pitchFamily="18" charset="-34"/>
              </a:rPr>
              <a:t> or historical AQI trends.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ngsana New" panose="02020603050405020304" pitchFamily="18" charset="-34"/>
              </a:rPr>
              <a:t>Simple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ngsana New" panose="02020603050405020304" pitchFamily="18" charset="-34"/>
              </a:rPr>
              <a:t>dashboard-style layout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ngsana New" panose="02020603050405020304" pitchFamily="18" charset="-34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ngsana New" panose="02020603050405020304" pitchFamily="18" charset="-34"/>
              </a:rPr>
              <a:t>Can be extended with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ngsana New" panose="02020603050405020304" pitchFamily="18" charset="-34"/>
              </a:rPr>
              <a:t>alerts and notifications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ngsana New" panose="02020603050405020304" pitchFamily="18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7100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C05A1-51D5-D4C1-A99F-246B9A2A3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 Prediction:-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916F7-6F96-0DE0-BDCA-7E82A6E64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Input: Hour=8, Vehicle Count=1200, Temp=30°C, Humidity=50%</a:t>
            </a:r>
          </a:p>
          <a:p>
            <a:r>
              <a:rPr lang="en-US" dirty="0"/>
              <a:t>Output: Predicted AQI = 112 (Moderate)</a:t>
            </a:r>
          </a:p>
          <a:p>
            <a:r>
              <a:rPr lang="en-US" dirty="0"/>
              <a:t>Shows </a:t>
            </a:r>
            <a:r>
              <a:rPr lang="en-US" b="1" dirty="0"/>
              <a:t>real-time prediction</a:t>
            </a:r>
            <a:r>
              <a:rPr lang="en-US" dirty="0"/>
              <a:t> based on inputs.</a:t>
            </a:r>
          </a:p>
          <a:p>
            <a:r>
              <a:rPr lang="en-US" dirty="0"/>
              <a:t>Optional: Include </a:t>
            </a:r>
            <a:r>
              <a:rPr lang="en-US" b="1" dirty="0"/>
              <a:t>table of multiple predictions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0811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D75C7-7A9A-7E24-B641-CE5319C37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15C2C-7863-6618-A6F6-A71DE9F96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Provides </a:t>
            </a:r>
            <a:r>
              <a:rPr lang="en-US" b="1" dirty="0"/>
              <a:t>real-time AQI predictions</a:t>
            </a:r>
            <a:r>
              <a:rPr lang="en-US" dirty="0"/>
              <a:t>.</a:t>
            </a:r>
          </a:p>
          <a:p>
            <a:r>
              <a:rPr lang="en-US" b="1" dirty="0"/>
              <a:t>Early warnings</a:t>
            </a:r>
            <a:r>
              <a:rPr lang="en-US" dirty="0"/>
              <a:t> for public health protection.</a:t>
            </a:r>
          </a:p>
          <a:p>
            <a:r>
              <a:rPr lang="en-US" dirty="0"/>
              <a:t>Simple and </a:t>
            </a:r>
            <a:r>
              <a:rPr lang="en-US" b="1" dirty="0"/>
              <a:t>user-friendly interface</a:t>
            </a:r>
            <a:r>
              <a:rPr lang="en-US" dirty="0"/>
              <a:t>.</a:t>
            </a:r>
          </a:p>
          <a:p>
            <a:r>
              <a:rPr lang="en-US" dirty="0"/>
              <a:t>Can be </a:t>
            </a:r>
            <a:r>
              <a:rPr lang="en-US" b="1" dirty="0"/>
              <a:t>scaled to multiple cities</a:t>
            </a:r>
            <a:r>
              <a:rPr lang="en-US" dirty="0"/>
              <a:t>.</a:t>
            </a:r>
          </a:p>
          <a:p>
            <a:r>
              <a:rPr lang="en-US" dirty="0"/>
              <a:t>Supports </a:t>
            </a:r>
            <a:r>
              <a:rPr lang="en-US" b="1" dirty="0"/>
              <a:t>integration with other platforms</a:t>
            </a:r>
            <a:r>
              <a:rPr lang="en-US" dirty="0"/>
              <a:t> (mobile, web).</a:t>
            </a:r>
          </a:p>
          <a:p>
            <a:r>
              <a:rPr lang="en-US" b="1" dirty="0"/>
              <a:t>Data-driven insights</a:t>
            </a:r>
            <a:r>
              <a:rPr lang="en-US" dirty="0"/>
              <a:t> for authorities and policymakers.</a:t>
            </a:r>
          </a:p>
          <a:p>
            <a:pPr marL="0" indent="0">
              <a:buNone/>
            </a:pPr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055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B9EF3-53A7-935F-9060-78160D3AC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3D13B-7902-F097-FB02-C8702366E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Prediction accuracy depends on </a:t>
            </a:r>
            <a:r>
              <a:rPr lang="en-US" b="1" dirty="0"/>
              <a:t>quality of data</a:t>
            </a:r>
            <a:r>
              <a:rPr lang="en-US" dirty="0"/>
              <a:t>.</a:t>
            </a:r>
          </a:p>
          <a:p>
            <a:r>
              <a:rPr lang="en-US" dirty="0"/>
              <a:t>Model may not account for </a:t>
            </a:r>
            <a:r>
              <a:rPr lang="en-US" b="1" dirty="0"/>
              <a:t>sudden pollution spikes</a:t>
            </a:r>
            <a:r>
              <a:rPr lang="en-US" dirty="0"/>
              <a:t>.</a:t>
            </a:r>
          </a:p>
          <a:p>
            <a:r>
              <a:rPr lang="en-US" dirty="0"/>
              <a:t>Requires </a:t>
            </a:r>
            <a:r>
              <a:rPr lang="en-US" b="1" dirty="0"/>
              <a:t>continuous update</a:t>
            </a:r>
            <a:r>
              <a:rPr lang="en-US" dirty="0"/>
              <a:t> of datasets.</a:t>
            </a:r>
          </a:p>
          <a:p>
            <a:r>
              <a:rPr lang="en-US" dirty="0"/>
              <a:t>Weather or traffic APIs may have </a:t>
            </a:r>
            <a:r>
              <a:rPr lang="en-US" b="1" dirty="0"/>
              <a:t>delays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5616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D57B8-BB29-C3A1-412B-039678698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Enhancement:-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665E39-8A55-9A3D-85F2-B8CED7CD05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61375"/>
            <a:ext cx="10515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Integrate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mobile apps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push notifications.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Include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industrial and construction emission data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deep learning models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better accuracy.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Dashboard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maps, historical trends, and analytics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Real-time alerts to public and authorities.</a:t>
            </a:r>
          </a:p>
        </p:txBody>
      </p:sp>
    </p:spTree>
    <p:extLst>
      <p:ext uri="{BB962C8B-B14F-4D97-AF65-F5344CB8AC3E}">
        <p14:creationId xmlns:p14="http://schemas.microsoft.com/office/powerpoint/2010/main" val="3386773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1436D-29ED-9EAA-9AA0-05D4CBAA3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9439DB-DBFE-F982-0526-13CA24117F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8714" y="1608232"/>
            <a:ext cx="963590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Developed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Smart AQI Prediction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machine learning.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Real-time predictions and user-friendly interface.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Helps authorities and public take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preventive measures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Can be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extended to multiple cities and platforms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7177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F1349-5061-6D44-C71E-65132D57C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1F395B-0710-BCC3-1E6F-148C2F175F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9858" y="1583607"/>
            <a:ext cx="773711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AQI Data: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linkClick r:id="rId2"/>
              </a:rPr>
              <a:t>https://www.airnow.gov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Python Libraries: Scikit-learn,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Streamlit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Pandas,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Numpy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APIs: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OpenWeatherMap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Traffic APIs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Tutorials and Articles on ML &amp; AQI Prediction</a:t>
            </a:r>
          </a:p>
        </p:txBody>
      </p:sp>
    </p:spTree>
    <p:extLst>
      <p:ext uri="{BB962C8B-B14F-4D97-AF65-F5344CB8AC3E}">
        <p14:creationId xmlns:p14="http://schemas.microsoft.com/office/powerpoint/2010/main" val="213829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7C112C-968D-287C-7101-1ACDEFD3D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3168"/>
            <a:ext cx="12192000" cy="635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090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716</Words>
  <Application>Microsoft Office PowerPoint</Application>
  <PresentationFormat>Widescreen</PresentationFormat>
  <Paragraphs>89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Angsana New</vt:lpstr>
      <vt:lpstr>Aptos</vt:lpstr>
      <vt:lpstr>Aptos Display</vt:lpstr>
      <vt:lpstr>Arial</vt:lpstr>
      <vt:lpstr>Wingdings</vt:lpstr>
      <vt:lpstr>Office Theme</vt:lpstr>
      <vt:lpstr>Smart AQI Prediction System</vt:lpstr>
      <vt:lpstr>Introduction:-</vt:lpstr>
      <vt:lpstr>Problem Statement:-</vt:lpstr>
      <vt:lpstr>Objectives:-</vt:lpstr>
      <vt:lpstr>Features:-</vt:lpstr>
      <vt:lpstr>Architecture / Workflow:-</vt:lpstr>
      <vt:lpstr>Dataset Description:-</vt:lpstr>
      <vt:lpstr>Machine Learning Model:-</vt:lpstr>
      <vt:lpstr>Streamlit Interface:-</vt:lpstr>
      <vt:lpstr>Sample Prediction:-</vt:lpstr>
      <vt:lpstr>Advantages of System</vt:lpstr>
      <vt:lpstr>Limitations:-</vt:lpstr>
      <vt:lpstr>Future Enhancement:-</vt:lpstr>
      <vt:lpstr>Conclusion:-</vt:lpstr>
      <vt:lpstr>References:-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Himuuuu u</dc:creator>
  <cp:lastModifiedBy>Himuuuu u</cp:lastModifiedBy>
  <cp:revision>2</cp:revision>
  <dcterms:created xsi:type="dcterms:W3CDTF">2026-03-05T10:00:46Z</dcterms:created>
  <dcterms:modified xsi:type="dcterms:W3CDTF">2026-03-06T12:08:24Z</dcterms:modified>
</cp:coreProperties>
</file>